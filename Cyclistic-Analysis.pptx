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Navigating Chicago’s Cyclistic Bike-Share Company’s Success</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Patricia</a:t>
            </a:r>
          </a:p>
        </p:txBody>
      </p:sp>
      <p:sp>
        <p:nvSpPr>
          <p:cNvPr id="4" name="Date Placeholder 3"/>
          <p:cNvSpPr>
            <a:spLocks noGrp="1"/>
          </p:cNvSpPr>
          <p:nvPr>
            <p:ph idx="10" sz="half" type="dt"/>
          </p:nvPr>
        </p:nvSpPr>
        <p:spPr/>
        <p:txBody>
          <a:bodyPr/>
          <a:lstStyle/>
          <a:p>
            <a:pPr lvl="0" indent="0" marL="0">
              <a:buNone/>
            </a:pPr>
            <a:r>
              <a:rPr/>
              <a:t>2025-12-29</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Converting Casual Users to Annual Members for Speedy Success</a:t>
            </a:r>
          </a:p>
        </p:txBody>
      </p:sp>
      <p:sp>
        <p:nvSpPr>
          <p:cNvPr id="4" name="Text Placeholder 3"/>
          <p:cNvSpPr>
            <a:spLocks noGrp="1"/>
          </p:cNvSpPr>
          <p:nvPr>
            <p:ph idx="2" sz="half" type="body"/>
          </p:nvPr>
        </p:nvSpPr>
        <p:spPr/>
        <p:txBody>
          <a:bodyPr/>
          <a:lstStyle/>
          <a:p>
            <a:pPr lvl="0" indent="0" marL="0">
              <a:spcBef>
                <a:spcPts val="3000"/>
              </a:spcBef>
              <a:buNone/>
            </a:pPr>
            <a:r>
              <a:rPr b="1"/>
              <a:t>Average Ride Length</a:t>
            </a:r>
          </a:p>
          <a:p>
            <a:pPr lvl="0" indent="0" marL="0">
              <a:buNone/>
            </a:pPr>
            <a:r>
              <a:rPr/>
              <a:t>The analysis of the 2019 Trip data shows that Subscribers have an average ride length of 13.89 minutes while Customers average 61.93 minutes. The 2020 Trip data shows that Subscribers average 12.68 minutes while Customers average 95.79 minutes.</a:t>
            </a:r>
          </a:p>
          <a:p>
            <a:pPr lvl="0" indent="0" marL="0">
              <a:spcBef>
                <a:spcPts val="3000"/>
              </a:spcBef>
              <a:buNone/>
            </a:pPr>
            <a:r>
              <a:rPr b="1"/>
              <a:t>Number of Rides by Day and User Type</a:t>
            </a:r>
          </a:p>
        </p:txBody>
      </p:sp>
      <p:pic>
        <p:nvPicPr>
          <p:cNvPr descr="Cyclistic-Analysis_files/figure-pptx/setup2-1.png" id="0" name="Picture 1"/>
          <p:cNvPicPr>
            <a:picLocks noGrp="1" noChangeAspect="1"/>
          </p:cNvPicPr>
          <p:nvPr/>
        </p:nvPicPr>
        <p:blipFill>
          <a:blip r:embed="rId2"/>
          <a:stretch>
            <a:fillRect/>
          </a:stretch>
        </p:blipFill>
        <p:spPr bwMode="auto">
          <a:xfrm>
            <a:off x="3568700" y="355600"/>
            <a:ext cx="5105400" cy="4089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p>
        </p:txBody>
      </p:sp>
      <p:pic>
        <p:nvPicPr>
          <p:cNvPr descr="Cyclistic-Analysis_files/figure-pptx/setup3-1.png" id="0" name="Picture 1"/>
          <p:cNvPicPr>
            <a:picLocks noGrp="1" noChangeAspect="1"/>
          </p:cNvPicPr>
          <p:nvPr/>
        </p:nvPicPr>
        <p:blipFill>
          <a:blip r:embed="rId2"/>
          <a:stretch>
            <a:fillRect/>
          </a:stretch>
        </p:blipFill>
        <p:spPr bwMode="auto">
          <a:xfrm>
            <a:off x="3568700" y="355600"/>
            <a:ext cx="5105400" cy="4089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p>
          <a:p>
            <a:pPr lvl="0" indent="0" marL="0">
              <a:spcBef>
                <a:spcPts val="3000"/>
              </a:spcBef>
              <a:buNone/>
            </a:pPr>
            <a:r>
              <a:rPr b="1"/>
              <a:t>Hourly Usage</a:t>
            </a:r>
          </a:p>
        </p:txBody>
      </p:sp>
      <p:pic>
        <p:nvPicPr>
          <p:cNvPr descr="Cyclistic-Analysis_files/figure-pptx/setup4-1.png" id="0" name="Picture 1"/>
          <p:cNvPicPr>
            <a:picLocks noGrp="1" noChangeAspect="1"/>
          </p:cNvPicPr>
          <p:nvPr/>
        </p:nvPicPr>
        <p:blipFill>
          <a:blip r:embed="rId2"/>
          <a:stretch>
            <a:fillRect/>
          </a:stretch>
        </p:blipFill>
        <p:spPr bwMode="auto">
          <a:xfrm>
            <a:off x="3568700" y="355600"/>
            <a:ext cx="5105400" cy="4089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p>
        </p:txBody>
      </p:sp>
      <p:pic>
        <p:nvPicPr>
          <p:cNvPr descr="Cyclistic-Analysis_files/figure-pptx/setup5-1.png" id="0" name="Picture 1"/>
          <p:cNvPicPr>
            <a:picLocks noGrp="1" noChangeAspect="1"/>
          </p:cNvPicPr>
          <p:nvPr/>
        </p:nvPicPr>
        <p:blipFill>
          <a:blip r:embed="rId2"/>
          <a:stretch>
            <a:fillRect/>
          </a:stretch>
        </p:blipFill>
        <p:spPr bwMode="auto">
          <a:xfrm>
            <a:off x="3568700" y="355600"/>
            <a:ext cx="5105400" cy="4089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p:sp>
        <p:nvSpPr>
          <p:cNvPr id="3" name="Content Placeholder 2"/>
          <p:cNvSpPr>
            <a:spLocks noGrp="1"/>
          </p:cNvSpPr>
          <p:nvPr>
            <p:ph idx="1"/>
          </p:nvPr>
        </p:nvSpPr>
        <p:spPr/>
        <p:txBody>
          <a:bodyPr/>
          <a:lstStyle/>
          <a:p>
            <a:pPr lvl="0"/>
            <a:r>
              <a:rPr/>
              <a:t>one</a:t>
            </a:r>
          </a:p>
          <a:p>
            <a:pPr lvl="0"/>
            <a:r>
              <a:rPr/>
              <a:t>two</a:t>
            </a:r>
          </a:p>
          <a:p>
            <a:pPr lvl="0"/>
            <a:r>
              <a:rPr/>
              <a:t>three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Recommendations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Navigating Chicago’s Cyclistic Bike-Share Company’s Success</dc:title>
  <dc:creator>Patricia</dc:creator>
  <cp:keywords/>
  <dcterms:created xsi:type="dcterms:W3CDTF">2026-01-05T11:08:45Z</dcterms:created>
  <dcterms:modified xsi:type="dcterms:W3CDTF">2026-01-05T11:08:45Z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2025-12-29</vt:lpwstr>
  </property>
  <property fmtid="{D5CDD505-2E9C-101B-9397-08002B2CF9AE}" pid="3" name="output">
    <vt:lpwstr>powerpoint_presentation</vt:lpwstr>
  </property>
</Properties>
</file>